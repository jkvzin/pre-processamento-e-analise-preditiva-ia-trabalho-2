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Pré-processamento e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Análise Preditiva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137160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Wisconsin (Original) — UCI Repository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566160"/>
            <a:ext cx="347472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6576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Victor Borges Carvalho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Disciplina: Inteligência Artificial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 from scratch — Python puro + math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Metodologia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5661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64008" cy="3566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Pré-processamento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60020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do target (Class → 0/1)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tipos, escala e estatísticas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estratificado 80/20 (seed=42)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Limpeza: 184 duplicatas removidas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mantidos (contexto médico)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 Min-Max [0, 1]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Correlação de Pearson — 9/9 features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3931920" cy="35661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005840"/>
            <a:ext cx="64008" cy="35661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0972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(todos do zero)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0" y="1691640"/>
            <a:ext cx="3383280" cy="77724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0" y="1691640"/>
            <a:ext cx="54864" cy="7772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5257800" y="173736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K-NN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Distância euclidiana + votação majoritária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2606040"/>
            <a:ext cx="3383280" cy="7772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0" y="2606040"/>
            <a:ext cx="54864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5257800" y="265176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</a:rPr>
              <a:t>Árvore C4.5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Gain Ratio + poda por profundidade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3520440"/>
            <a:ext cx="3383280" cy="7772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0" y="352044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5257800" y="356616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MLP (Rede Neural)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Forward + Backpropagation + SGD manuais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362 exemplos de treino  •  137 de teste  •  9 features  •  ~2.400 linhas de código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554480"/>
                <a:gridCol w="1554480"/>
                <a:gridCol w="15544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Acurácia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(majoritária)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K-NN (K=3)  🏆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C4.5 (d=3)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(8 ocultos)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200400"/>
            <a:ext cx="2560320" cy="14630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" y="3200400"/>
            <a:ext cx="25603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333756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Precisão perfeita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K-NN não gerou nenhum falso positivo — não assusta pacientes saudáveis.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3200400"/>
            <a:ext cx="2560320" cy="14630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Shape 6"/>
          <p:cNvSpPr/>
          <p:nvPr/>
        </p:nvSpPr>
        <p:spPr>
          <a:xfrm>
            <a:off x="3291840" y="3200400"/>
            <a:ext cx="256032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3474720" y="333756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</a:rPr>
              <a:t>93.75% de recall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Apenas 3 falsos negativos em 48 casos malignos — detecta quase todos.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126480" y="3200400"/>
            <a:ext cx="2560320" cy="14630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Shape 9"/>
          <p:cNvSpPr/>
          <p:nvPr/>
        </p:nvSpPr>
        <p:spPr>
          <a:xfrm>
            <a:off x="6126480" y="3200400"/>
            <a:ext cx="25603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0"/>
          <p:cNvSpPr/>
          <p:nvPr/>
        </p:nvSpPr>
        <p:spPr>
          <a:xfrm>
            <a:off x="6309360" y="333756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C4.5 interpretável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15 nós. Raiz: Uniformity of cell size. Dá pra explicar cada decisão.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algoritmos implementados do zero com Python puro — sem scikit-learn, pandas ou numpy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Trabalho Prático 2 — Pré-processamento e Análise Preditiva</dc:title>
  <dc:subject>PptxGenJS Presentation</dc:subject>
  <dc:creator>João Victor Borges Carvalho</dc:creator>
  <cp:lastModifiedBy>João Victor Borges Carvalho</cp:lastModifiedBy>
  <cp:revision>1</cp:revision>
  <dcterms:created xsi:type="dcterms:W3CDTF">2026-06-21T20:17:36Z</dcterms:created>
  <dcterms:modified xsi:type="dcterms:W3CDTF">2026-06-21T20:17:36Z</dcterms:modified>
</cp:coreProperties>
</file>